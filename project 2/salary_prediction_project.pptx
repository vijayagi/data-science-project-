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74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89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80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50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04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6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9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21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9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63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40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1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Employee Salary Prediction Using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Santhosh Vijayagiri</a:t>
            </a:r>
          </a:p>
          <a:p>
            <a:r>
              <a:t>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employee salaries using machine learning.</a:t>
            </a:r>
          </a:p>
          <a:p>
            <a:r>
              <a:t>Algorithm: Linear Regression</a:t>
            </a:r>
          </a:p>
          <a:p>
            <a:r>
              <a:t>Features: Years of Experience, Education Level</a:t>
            </a:r>
          </a:p>
          <a:p>
            <a:r>
              <a:t>Tools: Python, Pandas, NumPy, Matplotlib, Scikit-learn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 by Skill Level</a:t>
            </a:r>
          </a:p>
        </p:txBody>
      </p:sp>
      <p:pic>
        <p:nvPicPr>
          <p:cNvPr id="3" name="Picture 2" descr="e2bf8800-a5ea-4b28-8150-f325b0c7aa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16929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1DFB6D-3EFC-B394-F93B-9E9124BD6261}"/>
              </a:ext>
            </a:extLst>
          </p:cNvPr>
          <p:cNvSpPr txBox="1"/>
          <p:nvPr/>
        </p:nvSpPr>
        <p:spPr>
          <a:xfrm>
            <a:off x="5901179" y="1912059"/>
            <a:ext cx="30637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This pie chart explains about salary changes according to skill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An employee with expert qualification earns 12% more salary than an intermediate..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This shows experience matter and skill level matters more salary decision 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 by Degree</a:t>
            </a:r>
          </a:p>
        </p:txBody>
      </p:sp>
      <p:pic>
        <p:nvPicPr>
          <p:cNvPr id="3" name="Picture 2" descr="90a5cf49-ee18-4b05-9b32-9ff2f0b79f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11588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04381-E72D-81D9-54C7-14B821E1F322}"/>
              </a:ext>
            </a:extLst>
          </p:cNvPr>
          <p:cNvSpPr txBox="1"/>
          <p:nvPr/>
        </p:nvSpPr>
        <p:spPr>
          <a:xfrm>
            <a:off x="6363093" y="2036190"/>
            <a:ext cx="27809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bar plot shows comparison between different degrees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 employee with </a:t>
            </a:r>
            <a:r>
              <a:rPr lang="en-IN" dirty="0" err="1"/>
              <a:t>Phd</a:t>
            </a:r>
            <a:r>
              <a:rPr lang="en-IN" dirty="0"/>
              <a:t> has </a:t>
            </a:r>
            <a:r>
              <a:rPr lang="en-IN" dirty="0" err="1"/>
              <a:t>avg</a:t>
            </a:r>
            <a:r>
              <a:rPr lang="en-IN" dirty="0"/>
              <a:t> salary of 1,60,000 in a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With this plot we can say degree play a major role in salary 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4F90-75E8-89AA-F4B5-7B12228F8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0D28F-0A50-D38E-C44B-5F2B25FF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02" y="695620"/>
            <a:ext cx="6571343" cy="1049235"/>
          </a:xfrm>
        </p:spPr>
        <p:txBody>
          <a:bodyPr/>
          <a:lstStyle/>
          <a:p>
            <a:r>
              <a:rPr dirty="0"/>
              <a:t>Salary by Degree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8CD47-1BCB-3265-50B2-C7CC4C0A0BE5}"/>
              </a:ext>
            </a:extLst>
          </p:cNvPr>
          <p:cNvSpPr txBox="1"/>
          <p:nvPr/>
        </p:nvSpPr>
        <p:spPr>
          <a:xfrm>
            <a:off x="5854047" y="2111605"/>
            <a:ext cx="29317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show the relation between variables in heat 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Years of experience and </a:t>
            </a:r>
            <a:r>
              <a:rPr lang="en-IN" dirty="0" err="1"/>
              <a:t>education_encoded</a:t>
            </a:r>
            <a:r>
              <a:rPr lang="en-IN" dirty="0"/>
              <a:t> have 50% more relation with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graph helps us to choose columns for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1800C-7730-5E65-0FAC-F33E90DDF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2" y="1866506"/>
            <a:ext cx="5172021" cy="436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6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739" y="549996"/>
            <a:ext cx="8220309" cy="1049235"/>
          </a:xfrm>
        </p:spPr>
        <p:txBody>
          <a:bodyPr/>
          <a:lstStyle/>
          <a:p>
            <a:r>
              <a:rPr dirty="0"/>
              <a:t>Salary vs Experience</a:t>
            </a:r>
            <a:r>
              <a:rPr lang="en-IN" dirty="0"/>
              <a:t>(regression plot)</a:t>
            </a:r>
            <a:endParaRPr dirty="0"/>
          </a:p>
        </p:txBody>
      </p:sp>
      <p:pic>
        <p:nvPicPr>
          <p:cNvPr id="3" name="Picture 2" descr="00e4bf6e-f13d-4117-a9af-c2939e13ba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6953"/>
            <a:ext cx="6589698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ECAF94-2935-3356-B51F-270B7FA43942}"/>
              </a:ext>
            </a:extLst>
          </p:cNvPr>
          <p:cNvSpPr txBox="1"/>
          <p:nvPr/>
        </p:nvSpPr>
        <p:spPr>
          <a:xfrm>
            <a:off x="6589699" y="2545237"/>
            <a:ext cx="26297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There are total three variables in regression expression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 a 2d graph can’t explain this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Plane (R² = 66%)</a:t>
            </a:r>
          </a:p>
        </p:txBody>
      </p:sp>
      <p:pic>
        <p:nvPicPr>
          <p:cNvPr id="3" name="Picture 2" descr="c1399fea-3cb6-4a56-820a-e9807d65c7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41922"/>
            <a:ext cx="4127307" cy="37047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AAFA89-E687-993D-98A1-22CFAF3E3D75}"/>
              </a:ext>
            </a:extLst>
          </p:cNvPr>
          <p:cNvSpPr txBox="1"/>
          <p:nvPr/>
        </p:nvSpPr>
        <p:spPr>
          <a:xfrm>
            <a:off x="5241303" y="2545237"/>
            <a:ext cx="33747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of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X1:years of experience(YOE)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X2:Education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Y:predicated salary</a:t>
            </a:r>
          </a:p>
          <a:p>
            <a:r>
              <a:rPr lang="en-IN" dirty="0"/>
              <a:t>So a 3d plot much useful to explain the regression plot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Linear Regression model shows a positive relationship between experience and salary.</a:t>
            </a:r>
          </a:p>
          <a:p>
            <a:endParaRPr/>
          </a:p>
          <a:p>
            <a:r>
              <a:t>Model Performance:</a:t>
            </a:r>
          </a:p>
          <a:p>
            <a:r>
              <a:t>R² Score = 0.66 (66%)</a:t>
            </a:r>
          </a:p>
          <a:p>
            <a:r>
              <a:t>This means the model explains 66% of salary variation.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increases with experience and education level.</a:t>
            </a:r>
          </a:p>
          <a:p>
            <a:r>
              <a:t>Machine learning helps organizations make data-driven salary decisions.</a:t>
            </a:r>
          </a:p>
          <a:p>
            <a:r>
              <a:t>Future work: add more features like job role, location, and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144</TotalTime>
  <Words>292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Employee Salary Prediction Using Linear Regression</vt:lpstr>
      <vt:lpstr>Project Overview</vt:lpstr>
      <vt:lpstr>Salary by Skill Level</vt:lpstr>
      <vt:lpstr>Salary by Degree</vt:lpstr>
      <vt:lpstr>Salary by Degree</vt:lpstr>
      <vt:lpstr>Salary vs Experience(regression plot)</vt:lpstr>
      <vt:lpstr>Regression Plane (R² = 66%)</vt:lpstr>
      <vt:lpstr>Model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Santhosh Vijayagiri</dc:creator>
  <cp:keywords/>
  <dc:description>generated using python-pptx</dc:description>
  <cp:lastModifiedBy>Santhosh Vijayagiri</cp:lastModifiedBy>
  <cp:revision>3</cp:revision>
  <dcterms:created xsi:type="dcterms:W3CDTF">2013-01-27T09:14:16Z</dcterms:created>
  <dcterms:modified xsi:type="dcterms:W3CDTF">2026-03-09T07:59:29Z</dcterms:modified>
  <cp:category/>
</cp:coreProperties>
</file>