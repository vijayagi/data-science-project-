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149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6319" y="802299"/>
            <a:ext cx="5618515" cy="2541431"/>
          </a:xfrm>
        </p:spPr>
        <p:txBody>
          <a:bodyPr bIns="0"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6319" y="3531205"/>
            <a:ext cx="5618515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60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396319" y="329308"/>
            <a:ext cx="3086292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4703" y="798973"/>
            <a:ext cx="802005" cy="50357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396319" y="3528542"/>
            <a:ext cx="561851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9740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1891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1756130"/>
            <a:ext cx="5617002" cy="1887950"/>
          </a:xfrm>
        </p:spPr>
        <p:txBody>
          <a:bodyPr anchor="b"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2" y="3806196"/>
            <a:ext cx="5617002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43491" y="3804985"/>
            <a:ext cx="561700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802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890"/>
            <a:ext cx="6571343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3490" y="2013936"/>
            <a:ext cx="3125871" cy="34375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89182" y="2013936"/>
            <a:ext cx="3125652" cy="3437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1509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Straight Connector 35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3491" y="804164"/>
            <a:ext cx="6571344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9550"/>
            <a:ext cx="3125766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3491" y="2824270"/>
            <a:ext cx="3125766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89182" y="2023004"/>
            <a:ext cx="31256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89182" y="2821491"/>
            <a:ext cx="31256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104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1668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197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9042" y="798973"/>
            <a:ext cx="2425950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86656" y="798974"/>
            <a:ext cx="3828178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39042" y="3205492"/>
            <a:ext cx="2427369" cy="2248181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1748" y="3205491"/>
            <a:ext cx="242327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3211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4996501" y="482171"/>
            <a:ext cx="3511387" cy="5149101"/>
            <a:chOff x="6852919" y="583365"/>
            <a:chExt cx="4681849" cy="5181928"/>
          </a:xfrm>
        </p:grpSpPr>
        <p:sp>
          <p:nvSpPr>
            <p:cNvPr id="14" name="Rectangle 13"/>
            <p:cNvSpPr/>
            <p:nvPr/>
          </p:nvSpPr>
          <p:spPr>
            <a:xfrm>
              <a:off x="6852919" y="583365"/>
              <a:ext cx="4681849" cy="5181928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Rectangle 14"/>
            <p:cNvSpPr/>
            <p:nvPr/>
          </p:nvSpPr>
          <p:spPr>
            <a:xfrm>
              <a:off x="7273787" y="915806"/>
              <a:ext cx="3844017" cy="4507918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148" y="1129513"/>
            <a:ext cx="3244935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40128" y="1122543"/>
            <a:ext cx="2234998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3492" y="3145992"/>
            <a:ext cx="3240286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36664" y="5469857"/>
            <a:ext cx="3252420" cy="320123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37530" y="318641"/>
            <a:ext cx="3251553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1281" y="3143605"/>
            <a:ext cx="324201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095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32"/>
          <p:cNvCxnSpPr/>
          <p:nvPr/>
        </p:nvCxnSpPr>
        <p:spPr>
          <a:xfrm>
            <a:off x="1443491" y="1847088"/>
            <a:ext cx="657134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663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18028" y="798974"/>
            <a:ext cx="1103027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3491" y="798974"/>
            <a:ext cx="5301095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6918028" y="798974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405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015734"/>
            <a:ext cx="9144000" cy="4079520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538" r="12500" b="-1538"/>
          <a:stretch/>
        </p:blipFill>
        <p:spPr>
          <a:xfrm>
            <a:off x="-1" y="6095253"/>
            <a:ext cx="9144001" cy="774727"/>
          </a:xfrm>
          <a:prstGeom prst="rect">
            <a:avLst/>
          </a:prstGeom>
        </p:spPr>
      </p:pic>
      <p:cxnSp>
        <p:nvCxnSpPr>
          <p:cNvPr id="13" name="Straight Connector 12"/>
          <p:cNvCxnSpPr/>
          <p:nvPr/>
        </p:nvCxnSpPr>
        <p:spPr>
          <a:xfrm>
            <a:off x="0" y="6101127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43491" y="804520"/>
            <a:ext cx="6571343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3491" y="2015733"/>
            <a:ext cx="6571343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46542" y="330370"/>
            <a:ext cx="2368292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43491" y="329308"/>
            <a:ext cx="403400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7725" y="798973"/>
            <a:ext cx="795746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213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6858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6858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Employee Salary Prediction Using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Santhosh Vijayagiri</a:t>
            </a:r>
          </a:p>
          <a:p>
            <a:r>
              <a:t>Data Science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Goal: Predict employee salaries using machine learning.</a:t>
            </a:r>
          </a:p>
          <a:p>
            <a:r>
              <a:t>Algorithm: Linear Regression</a:t>
            </a:r>
          </a:p>
          <a:p>
            <a:r>
              <a:t>Features: Years of Experience, Education Level</a:t>
            </a:r>
          </a:p>
          <a:p>
            <a:r>
              <a:t>Tools: Python, Pandas, NumPy, Matplotlib, Scikit-learn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Salary by Skill Level</a:t>
            </a:r>
          </a:p>
        </p:txBody>
      </p:sp>
      <p:pic>
        <p:nvPicPr>
          <p:cNvPr id="3" name="Picture 2" descr="e2bf8800-a5ea-4b28-8150-f325b0c7aa7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16929" cy="41148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1DFB6D-3EFC-B394-F93B-9E9124BD6261}"/>
              </a:ext>
            </a:extLst>
          </p:cNvPr>
          <p:cNvSpPr txBox="1"/>
          <p:nvPr/>
        </p:nvSpPr>
        <p:spPr>
          <a:xfrm>
            <a:off x="5901179" y="1912059"/>
            <a:ext cx="306371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This pie chart explains about salary changes according to skill level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An employee with expert qualification earns 12% more salary than an intermediate..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/>
              <a:t>This shows experience matter and skill level matters more salary decision making.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Salary by Degree</a:t>
            </a:r>
          </a:p>
        </p:txBody>
      </p:sp>
      <p:pic>
        <p:nvPicPr>
          <p:cNvPr id="3" name="Picture 2" descr="90a5cf49-ee18-4b05-9b32-9ff2f0b79f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5311588" cy="41148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E04381-E72D-81D9-54C7-14B821E1F322}"/>
              </a:ext>
            </a:extLst>
          </p:cNvPr>
          <p:cNvSpPr txBox="1"/>
          <p:nvPr/>
        </p:nvSpPr>
        <p:spPr>
          <a:xfrm>
            <a:off x="6363093" y="2036190"/>
            <a:ext cx="278090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This bar plot shows comparison between different degrees 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An employee with </a:t>
            </a:r>
            <a:r>
              <a:rPr lang="en-IN" dirty="0" err="1"/>
              <a:t>Phd</a:t>
            </a:r>
            <a:r>
              <a:rPr lang="en-IN" dirty="0"/>
              <a:t> has </a:t>
            </a:r>
            <a:r>
              <a:rPr lang="en-IN" dirty="0" err="1"/>
              <a:t>avg</a:t>
            </a:r>
            <a:r>
              <a:rPr lang="en-IN" dirty="0"/>
              <a:t> salary of 1,60,000 in a company.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With this plot we can say degree play a major role in salary variation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9739" y="549996"/>
            <a:ext cx="8220309" cy="1049235"/>
          </a:xfrm>
        </p:spPr>
        <p:txBody>
          <a:bodyPr/>
          <a:lstStyle/>
          <a:p>
            <a:r>
              <a:rPr dirty="0"/>
              <a:t>Salary vs Experience</a:t>
            </a:r>
            <a:r>
              <a:rPr lang="en-IN" dirty="0"/>
              <a:t>(regression plot)</a:t>
            </a:r>
            <a:endParaRPr dirty="0"/>
          </a:p>
        </p:txBody>
      </p:sp>
      <p:pic>
        <p:nvPicPr>
          <p:cNvPr id="3" name="Picture 2" descr="00e4bf6e-f13d-4117-a9af-c2939e13ba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6953"/>
            <a:ext cx="6589698" cy="41148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0ECAF94-2935-3356-B51F-270B7FA43942}"/>
              </a:ext>
            </a:extLst>
          </p:cNvPr>
          <p:cNvSpPr txBox="1"/>
          <p:nvPr/>
        </p:nvSpPr>
        <p:spPr>
          <a:xfrm>
            <a:off x="6589699" y="2545237"/>
            <a:ext cx="26297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There are total three variables in regression expression 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So a 2d graph can’t explain this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Regression Plane (R² = 66%)</a:t>
            </a:r>
          </a:p>
        </p:txBody>
      </p:sp>
      <p:pic>
        <p:nvPicPr>
          <p:cNvPr id="3" name="Picture 2" descr="c1399fea-3cb6-4a56-820a-e9807d65c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941922"/>
            <a:ext cx="4127307" cy="37047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AFA89-E687-993D-98A1-22CFAF3E3D75}"/>
              </a:ext>
            </a:extLst>
          </p:cNvPr>
          <p:cNvSpPr txBox="1"/>
          <p:nvPr/>
        </p:nvSpPr>
        <p:spPr>
          <a:xfrm>
            <a:off x="5241303" y="2545237"/>
            <a:ext cx="337479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 of variables: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X1:years of experience(YOE)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X2:Education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Y:predicated salary</a:t>
            </a:r>
          </a:p>
          <a:p>
            <a:r>
              <a:rPr lang="en-IN" dirty="0"/>
              <a:t>So a 3d plot much useful to explain the regression plot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Linear Regression model shows a positive relationship between experience and salary.</a:t>
            </a:r>
          </a:p>
          <a:p>
            <a:endParaRPr/>
          </a:p>
          <a:p>
            <a:r>
              <a:t>Model Performance:</a:t>
            </a:r>
          </a:p>
          <a:p>
            <a:r>
              <a:t>R² Score = 0.66 (66%)</a:t>
            </a:r>
          </a:p>
          <a:p>
            <a:r>
              <a:t>This means the model explains 66% of salary variation.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Salary increases with experience and education level.</a:t>
            </a:r>
          </a:p>
          <a:p>
            <a:r>
              <a:t>Machine learning helps organizations make data-driven salary decisions.</a:t>
            </a:r>
          </a:p>
          <a:p>
            <a:r>
              <a:t>Future work: add more features like job role, location, and skills.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21</TotalTime>
  <Words>256</Words>
  <Application>Microsoft Office PowerPoint</Application>
  <PresentationFormat>On-screen Show (4:3)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Gill Sans MT</vt:lpstr>
      <vt:lpstr>Gallery</vt:lpstr>
      <vt:lpstr>Employee Salary Prediction Using Linear Regression</vt:lpstr>
      <vt:lpstr>Project Overview</vt:lpstr>
      <vt:lpstr>Salary by Skill Level</vt:lpstr>
      <vt:lpstr>Salary by Degree</vt:lpstr>
      <vt:lpstr>Salary vs Experience(regression plot)</vt:lpstr>
      <vt:lpstr>Regression Plane (R² = 66%)</vt:lpstr>
      <vt:lpstr>Model Results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Santhosh Vijayagiri</cp:lastModifiedBy>
  <cp:revision>2</cp:revision>
  <dcterms:created xsi:type="dcterms:W3CDTF">2013-01-27T09:14:16Z</dcterms:created>
  <dcterms:modified xsi:type="dcterms:W3CDTF">2026-03-09T05:56:49Z</dcterms:modified>
  <cp:category/>
</cp:coreProperties>
</file>