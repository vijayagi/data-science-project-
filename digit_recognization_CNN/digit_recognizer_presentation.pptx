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6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60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76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05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2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0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0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2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6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7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21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 Recognizer using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Deep Learning project to recognize handwritten digits (0–9)</a:t>
            </a:r>
          </a:p>
          <a:p>
            <a:r>
              <a:rPr dirty="0"/>
              <a:t>Using </a:t>
            </a:r>
            <a:r>
              <a:rPr dirty="0" err="1"/>
              <a:t>Streamlit</a:t>
            </a:r>
            <a:r>
              <a:rPr dirty="0"/>
              <a:t> for 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9B238-F315-62D6-10C8-1DB5D299DC4A}"/>
              </a:ext>
            </a:extLst>
          </p:cNvPr>
          <p:cNvSpPr txBox="1"/>
          <p:nvPr/>
        </p:nvSpPr>
        <p:spPr>
          <a:xfrm>
            <a:off x="6457361" y="3893270"/>
            <a:ext cx="1876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Santhosh Vijayagiri</a:t>
            </a:r>
          </a:p>
          <a:p>
            <a:r>
              <a:rPr lang="en-IN" dirty="0"/>
              <a:t>Data science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Handwritten digit recognition is a classic problem in computer vision.</a:t>
            </a:r>
          </a:p>
          <a:p>
            <a:r>
              <a:rPr dirty="0"/>
              <a:t>Widely used in </a:t>
            </a:r>
            <a:r>
              <a:rPr lang="en-IN" dirty="0"/>
              <a:t>number plate</a:t>
            </a:r>
            <a:r>
              <a:rPr dirty="0"/>
              <a:t>, postal systems, and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model to classify digits (0–9)</a:t>
            </a:r>
          </a:p>
          <a:p>
            <a:r>
              <a:t>• Achieve high accuracy</a:t>
            </a:r>
          </a:p>
          <a:p>
            <a:r>
              <a:t>• Deploy using Streamlit</a:t>
            </a:r>
          </a:p>
          <a:p>
            <a:r>
              <a:t>• Enable real-time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Python</a:t>
            </a:r>
          </a:p>
          <a:p>
            <a:r>
              <a:rPr dirty="0"/>
              <a:t>• TensorFlow / </a:t>
            </a:r>
            <a:r>
              <a:rPr dirty="0" err="1"/>
              <a:t>Keras</a:t>
            </a:r>
            <a:endParaRPr dirty="0"/>
          </a:p>
          <a:p>
            <a:r>
              <a:rPr dirty="0"/>
              <a:t>• NumPy</a:t>
            </a:r>
          </a:p>
          <a:p>
            <a:r>
              <a:rPr dirty="0"/>
              <a:t>•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MNIST Dataset</a:t>
            </a:r>
          </a:p>
          <a:p>
            <a:r>
              <a:t>• 60,000 training images</a:t>
            </a:r>
          </a:p>
          <a:p>
            <a:r>
              <a:t>• 10,000 testing images</a:t>
            </a:r>
          </a:p>
          <a:p>
            <a:r>
              <a:t>• Grayscale (28x28 pixels)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Convolutional Neural Network (CNN)</a:t>
            </a:r>
          </a:p>
          <a:p>
            <a:r>
              <a:rPr dirty="0"/>
              <a:t>• Convolution layers</a:t>
            </a:r>
          </a:p>
          <a:p>
            <a:r>
              <a:rPr dirty="0"/>
              <a:t>• Pooling layers</a:t>
            </a:r>
          </a:p>
          <a:p>
            <a:r>
              <a:rPr dirty="0"/>
              <a:t>• Dense layers</a:t>
            </a:r>
          </a:p>
          <a:p>
            <a:r>
              <a:rPr dirty="0"/>
              <a:t>• </a:t>
            </a:r>
            <a:r>
              <a:rPr dirty="0" err="1"/>
              <a:t>Softmax</a:t>
            </a:r>
            <a:r>
              <a:rPr dirty="0"/>
              <a:t> output (0–9 classes)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Speciality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web app creation</a:t>
            </a:r>
          </a:p>
          <a:p>
            <a:r>
              <a:t>• Interactive UI</a:t>
            </a:r>
          </a:p>
          <a:p>
            <a:r>
              <a:t>• Real-time drawing canvas</a:t>
            </a:r>
          </a:p>
          <a:p>
            <a:r>
              <a:t>• Simple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Accuracy</a:t>
            </a:r>
            <a:r>
              <a:rPr lang="en-IN" dirty="0"/>
              <a:t>=0.9937</a:t>
            </a:r>
            <a:endParaRPr dirty="0"/>
          </a:p>
          <a:p>
            <a:r>
              <a:rPr dirty="0"/>
              <a:t>• Loss</a:t>
            </a:r>
            <a:r>
              <a:rPr lang="en-IN" dirty="0"/>
              <a:t>=0.0203</a:t>
            </a:r>
            <a:endParaRPr dirty="0"/>
          </a:p>
          <a:p>
            <a:r>
              <a:rPr dirty="0"/>
              <a:t>• Confusion Matrix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achieves high accuracy (~98%)</a:t>
            </a:r>
          </a:p>
          <a:p>
            <a:r>
              <a:t>Fast predictions</a:t>
            </a:r>
          </a:p>
          <a:p>
            <a:r>
              <a:t>User-friendly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performs well for image tasks</a:t>
            </a:r>
          </a:p>
          <a:p>
            <a:r>
              <a:t>Streamlit simplifies deployment</a:t>
            </a:r>
          </a:p>
          <a:p>
            <a:r>
              <a:t>Project demonstrates end-to-end ML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181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Digit Recognizer using CNN</vt:lpstr>
      <vt:lpstr>Introduction</vt:lpstr>
      <vt:lpstr>Objectives</vt:lpstr>
      <vt:lpstr>Tools &amp; Technologies</vt:lpstr>
      <vt:lpstr>Dataset</vt:lpstr>
      <vt:lpstr>About Model</vt:lpstr>
      <vt:lpstr>Streamlit Speciality</vt:lpstr>
      <vt:lpstr>Evaluation Metrics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Santhosh Vijayagiri</cp:lastModifiedBy>
  <cp:revision>2</cp:revision>
  <dcterms:created xsi:type="dcterms:W3CDTF">2013-01-27T09:14:16Z</dcterms:created>
  <dcterms:modified xsi:type="dcterms:W3CDTF">2026-04-15T08:46:08Z</dcterms:modified>
  <cp:category/>
</cp:coreProperties>
</file>