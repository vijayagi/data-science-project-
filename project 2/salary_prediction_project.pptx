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Employee Salary Prediction Using Linear Regression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Santhosh Vijayagiri</a:t>
            </a:r>
          </a:p>
          <a:p>
            <a:r>
              <a:t>Data Science Project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Project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Goal: Predict employee salaries using machine learning.</a:t>
            </a:r>
          </a:p>
          <a:p>
            <a:r>
              <a:t>Algorithm: Linear Regression</a:t>
            </a:r>
          </a:p>
          <a:p>
            <a:r>
              <a:t>Features: Years of Experience, Education Level</a:t>
            </a:r>
          </a:p>
          <a:p>
            <a:r>
              <a:t>Tools: Python, Pandas, NumPy, Matplotlib, Scikit-learn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Salary by Skill Level</a:t>
            </a:r>
          </a:p>
        </p:txBody>
      </p:sp>
      <p:pic>
        <p:nvPicPr>
          <p:cNvPr id="3" name="Picture 2" descr="e2bf8800-a5ea-4b28-8150-f325b0c7aa7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371600"/>
            <a:ext cx="4816929" cy="41148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Salary by Degree</a:t>
            </a:r>
          </a:p>
        </p:txBody>
      </p:sp>
      <p:pic>
        <p:nvPicPr>
          <p:cNvPr id="3" name="Picture 2" descr="90a5cf49-ee18-4b05-9b32-9ff2f0b79fb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371600"/>
            <a:ext cx="5311588" cy="41148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Salary vs Experience</a:t>
            </a:r>
          </a:p>
        </p:txBody>
      </p:sp>
      <p:pic>
        <p:nvPicPr>
          <p:cNvPr id="3" name="Picture 2" descr="00e4bf6e-f13d-4117-a9af-c2939e13baf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371600"/>
            <a:ext cx="6589698" cy="41148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Regression Plane (R² = 66%)</a:t>
            </a:r>
          </a:p>
        </p:txBody>
      </p:sp>
      <p:pic>
        <p:nvPicPr>
          <p:cNvPr id="3" name="Picture 2" descr="c1399fea-3cb6-4a56-820a-e9807d65c71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371600"/>
            <a:ext cx="4127307" cy="41148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Model Results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The Linear Regression model shows a positive relationship between experience and salary.</a:t>
            </a:r>
          </a:p>
          <a:p/>
          <a:p>
            <a:r>
              <a:t>Model Performance:</a:t>
            </a:r>
          </a:p>
          <a:p>
            <a:r>
              <a:t>R² Score = 0.66 (66%)</a:t>
            </a:r>
          </a:p>
          <a:p>
            <a:r>
              <a:t>This means the model explains 66% of salary variation.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Conclusion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Salary increases with experience and education level.</a:t>
            </a:r>
          </a:p>
          <a:p>
            <a:r>
              <a:t>Machine learning helps organizations make data-driven salary decisions.</a:t>
            </a:r>
          </a:p>
          <a:p>
            <a:r>
              <a:t>Future work: add more features like job role, location, and skills.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