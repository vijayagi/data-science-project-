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63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60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007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5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49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01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104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3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5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4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0120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94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5714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223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051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65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5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F8B109-82E5-20E5-D2C8-D3887E038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0115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2678" y="989814"/>
            <a:ext cx="8269664" cy="782785"/>
          </a:xfrm>
        </p:spPr>
        <p:txBody>
          <a:bodyPr>
            <a:noAutofit/>
          </a:bodyPr>
          <a:lstStyle/>
          <a:p>
            <a:r>
              <a:rPr sz="4000" dirty="0">
                <a:solidFill>
                  <a:srgbClr val="92D050"/>
                </a:solidFill>
              </a:rPr>
              <a:t>Google Trends Search Analysis on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1278" y="4241080"/>
            <a:ext cx="6905134" cy="1151052"/>
          </a:xfrm>
        </p:spPr>
        <p:txBody>
          <a:bodyPr/>
          <a:lstStyle/>
          <a:p>
            <a:r>
              <a:rPr dirty="0">
                <a:solidFill>
                  <a:srgbClr val="92D050"/>
                </a:solidFill>
              </a:rPr>
              <a:t>Overview of global search interest across AI-related keywords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C6A2B5-1011-F321-8DA0-B37A41FF2A2B}"/>
              </a:ext>
            </a:extLst>
          </p:cNvPr>
          <p:cNvSpPr txBox="1"/>
          <p:nvPr/>
        </p:nvSpPr>
        <p:spPr>
          <a:xfrm>
            <a:off x="801278" y="424206"/>
            <a:ext cx="227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Santhosh </a:t>
            </a:r>
            <a:r>
              <a:rPr lang="en-US" dirty="0" err="1">
                <a:solidFill>
                  <a:schemeClr val="accent2"/>
                </a:solidFill>
              </a:rPr>
              <a:t>vijayagiri</a:t>
            </a:r>
            <a:endParaRPr lang="en-IN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of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Understand global interest in AI-related keywords</a:t>
            </a:r>
          </a:p>
          <a:p>
            <a:r>
              <a:t>- Compare search trends across countries</a:t>
            </a:r>
          </a:p>
          <a:p>
            <a:r>
              <a:t>- Identify dominant AI topics such as ChatGPT, ML, DL, and Generative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Keywords Analyzed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ChatGPT</a:t>
            </a:r>
          </a:p>
          <a:p>
            <a:r>
              <a:t>- Machine Learning (ML)</a:t>
            </a:r>
          </a:p>
          <a:p>
            <a:r>
              <a:t>- Deep Learning</a:t>
            </a:r>
          </a:p>
          <a:p>
            <a:r>
              <a:t>- Generative AI</a:t>
            </a:r>
          </a:p>
          <a:p>
            <a:r>
              <a:t>- Data 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Keyword-wise Search Analysis</a:t>
            </a:r>
          </a:p>
        </p:txBody>
      </p:sp>
      <p:pic>
        <p:nvPicPr>
          <p:cNvPr id="3" name="Picture 2" descr="1fd99cd5-913f-4738-be7c-b9a03628b7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481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(Keyword-wise)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ChatGPT has the highest overall search interest</a:t>
            </a:r>
          </a:p>
          <a:p>
            <a:r>
              <a:t>- Machine Learning and Data Science remain consistently popular</a:t>
            </a:r>
          </a:p>
          <a:p>
            <a:r>
              <a:t>- Generative AI shows rapid emerging interest</a:t>
            </a:r>
          </a:p>
          <a:p>
            <a:r>
              <a:t>- Deep Learning has niche but stable searches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Country-wise Search Analysis</a:t>
            </a:r>
          </a:p>
        </p:txBody>
      </p:sp>
      <p:pic>
        <p:nvPicPr>
          <p:cNvPr id="3" name="Picture 2" descr="dd5975e3-9776-4a3e-9ca8-ecff70a42a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278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(Country-wise)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China, India, and Singapore show high AI search activity</a:t>
            </a:r>
          </a:p>
          <a:p>
            <a:r>
              <a:t>- Developed and developing countries both contribute significantly</a:t>
            </a:r>
          </a:p>
          <a:p>
            <a:r>
              <a:t>- ChatGPT dominates searches across most countries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awareness is global and rapidly increasing</a:t>
            </a:r>
          </a:p>
          <a:p>
            <a:r>
              <a:t>- Practical tools like ChatGPT attract more attention than theoretical terms</a:t>
            </a:r>
          </a:p>
          <a:p>
            <a:r>
              <a:t>- Generative AI is becoming a major trend alongside ML and Data Science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Google Trends reveals strong global momentum in AI adoption</a:t>
            </a:r>
          </a:p>
          <a:p>
            <a:r>
              <a:t>- ChatGPT leads AI-related searches worldwide</a:t>
            </a:r>
          </a:p>
          <a:p>
            <a:r>
              <a:t>- Data can support decisions in education, research, and AI investments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</TotalTime>
  <Words>206</Words>
  <Application>Microsoft Office PowerPoint</Application>
  <PresentationFormat>On-screen Show (4:3)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Google Trends Search Analysis on AI</vt:lpstr>
      <vt:lpstr>Objective of Analysis</vt:lpstr>
      <vt:lpstr>Keywords Analyzed</vt:lpstr>
      <vt:lpstr>Keyword-wise Search Analysis</vt:lpstr>
      <vt:lpstr>Key Insights (Keyword-wise)</vt:lpstr>
      <vt:lpstr>Country-wise Search Analysis</vt:lpstr>
      <vt:lpstr>Key Insights (Country-wise)</vt:lpstr>
      <vt:lpstr>Overall Observations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Santhosh Vijayagiri</cp:lastModifiedBy>
  <cp:revision>3</cp:revision>
  <dcterms:created xsi:type="dcterms:W3CDTF">2013-01-27T09:14:16Z</dcterms:created>
  <dcterms:modified xsi:type="dcterms:W3CDTF">2026-03-01T11:46:41Z</dcterms:modified>
  <cp:category/>
</cp:coreProperties>
</file>